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0" r:id="rId2"/>
    <p:sldId id="261" r:id="rId3"/>
    <p:sldId id="262" r:id="rId4"/>
    <p:sldId id="263" r:id="rId5"/>
    <p:sldId id="264" r:id="rId6"/>
    <p:sldId id="266" r:id="rId7"/>
    <p:sldId id="259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3"/>
  </p:normalViewPr>
  <p:slideViewPr>
    <p:cSldViewPr snapToGrid="0">
      <p:cViewPr varScale="1">
        <p:scale>
          <a:sx n="51" d="100"/>
          <a:sy n="51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DB6A7-C9B2-DF49-9489-D8AC7C8B8E40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16F14-EF25-7446-BF5D-1AE9AFD51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315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650BF-24BF-B617-6F88-0733644CA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761BFE-20BA-4188-7B71-F49DEF5AE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AE1492-D20C-AB4A-B418-D7D29C3A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A54ACF-10F7-6F9A-89C8-98DF2B8D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3A94D-4A1E-ABE9-659E-8E71922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55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E6F7D-2591-3CEE-0FD7-06878835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08380A-12B6-7456-F1C7-6AB094FDD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6BC2D4-7436-824E-3C64-7C970FF9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AB7E58-63E9-8DDD-8597-503A1DAC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8AC0BC-196A-1A9C-B933-765C2855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D07F9-AD4A-B4E3-1AA2-06C66D85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E4267F-6A07-D8D6-C638-DB42F35C7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053BED-3A76-9D51-45BE-E50B615E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07B8D4-4A0B-DE55-DC07-AE3F0F82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7BA66B-D63C-4DB1-094B-A5DCAE69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70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D96FF-49E2-DA78-025B-8C097970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1CEA5-4748-33FA-CED2-4FCA6CA81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362449-2BA1-475B-61F7-DFCABC09F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B1EDB3-6ECD-BD22-76CD-F6F8A02C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9BB25-B6FE-83A1-F213-017A460B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183661-0824-9BEE-9739-DEF0F1EB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18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02BB6-56B4-4B9F-4A44-218E60E7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544CCE-82DC-4918-33D4-F1A5BC54B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0AE181-BDE1-FDE3-F89B-39B93E57F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6344CC-8B45-B513-9D24-E28C3E896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6558D5-A747-F028-DDAF-E8EFDC154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7FBC2A-1F37-EFF9-2843-6276FDF4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E9B4E0-DAF9-D3FC-11FC-A1266445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F9F77F3-99CF-79DD-73ED-B0E75691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88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76AC4-7ACC-5894-0764-4F22C18A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A70D25-25CB-8D1A-94EB-74718CE0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C1F31E-B9BC-4785-E512-27040656C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91A52C-1F5B-AEF8-4958-54658E57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51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4C1317-79F4-7B86-7AE3-AC01C72B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B13CEB9-91B1-3764-D166-81434371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F37FB-E6FF-AAB3-A589-6CF44997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43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51FC1-2164-11D2-7187-A87CA1FA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8FD19-185E-BA2E-718B-41A9ABB2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396274-33C7-37A7-3693-21604FD7E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E4822-1D3C-D6B1-F72D-4352B828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ED32B1-7252-6424-0B84-ABB668EF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6B223E-2B27-0546-FE2C-36910E2E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4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4A8C4-0BEF-D727-CCA0-7E4D40A4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60F526-5AD8-8C6B-9D65-292E98F06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BBA80F-83F6-D7CC-1858-7706B4A9C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BF7683-C308-6BA6-F3A4-1B47E3DD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445F22-4712-711C-EA30-93C51BEA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080CFD-53D9-4910-848D-1F13EA60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5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90F9A-452C-F71E-3E32-87A86B1C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4C59FC-D6C7-0B3E-BE65-8DBEA8B90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42FC50-A272-3CDD-E25F-6A25890B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493820-355B-0DBB-2D95-60477F5C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66AB92-3551-3247-0027-18393227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33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C23303-432C-F01C-5F57-002C6A6E6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D52A8C-A40F-E384-0D81-E0487668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7F5CCB-65EB-FFED-4AB5-3A5624F7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864FAD-0F7B-54D0-A79A-61A6E591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D7C83B-30E2-317A-6749-B7F77037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30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4015B3-F651-CE50-2BA9-F03B1924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711F5A-69DA-7CF1-793D-38FAB75CA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BDFBFB-3AF3-A839-B289-17A63BAC5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3D2E86-97DF-3965-7DFD-6BDB5F3FB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DF5E2C-66AB-D89D-7F95-C83AB39CE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98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ntendo Diagrama&#10;&#10;Descrição gerada automaticamente">
            <a:extLst>
              <a:ext uri="{FF2B5EF4-FFF2-40B4-BE49-F238E27FC236}">
                <a16:creationId xmlns:a16="http://schemas.microsoft.com/office/drawing/2014/main" id="{A5790FB3-5115-481A-B15D-9322346F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5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Tela de computador com luz vermelha&#10;&#10;Descrição gerada automaticamente com confiança baixa">
            <a:extLst>
              <a:ext uri="{FF2B5EF4-FFF2-40B4-BE49-F238E27FC236}">
                <a16:creationId xmlns:a16="http://schemas.microsoft.com/office/drawing/2014/main" id="{BB2531B4-E870-4DFC-A80F-D8B595AF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FDED755-8255-A721-B26A-618410378B9C}"/>
              </a:ext>
            </a:extLst>
          </p:cNvPr>
          <p:cNvSpPr txBox="1"/>
          <p:nvPr/>
        </p:nvSpPr>
        <p:spPr>
          <a:xfrm>
            <a:off x="4462271" y="1597537"/>
            <a:ext cx="7306057" cy="1831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DA PESQUISA</a:t>
            </a:r>
            <a:br>
              <a:rPr lang="pt-BR" sz="2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DO ALUNO E NOME DO ORIENTADOR</a:t>
            </a:r>
            <a:b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APOIO INSTITUCIONAL</a:t>
            </a:r>
            <a:endParaRPr lang="pt-BR" sz="2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18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3351997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6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4290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2999036" y="0"/>
            <a:ext cx="6193928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600" b="1" dirty="0">
                <a:latin typeface="Arial" panose="020B0604020202020204" pitchFamily="34" charset="0"/>
                <a:cs typeface="Arial" panose="020B0604020202020204" pitchFamily="34" charset="0"/>
              </a:rPr>
              <a:t>DESENVOLVIMENTO DO ARGUMENTO</a:t>
            </a:r>
          </a:p>
        </p:txBody>
      </p:sp>
    </p:spTree>
    <p:extLst>
      <p:ext uri="{BB962C8B-B14F-4D97-AF65-F5344CB8AC3E}">
        <p14:creationId xmlns:p14="http://schemas.microsoft.com/office/powerpoint/2010/main" val="135398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4163198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CONSIDERAÇÕES FINAIS</a:t>
            </a:r>
            <a:endParaRPr lang="pt-B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56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3351997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6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3422343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2A4757-30D5-0234-22F9-2CEA6D299D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1434D6-B2CE-DEF1-07F5-C620569B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356" y="2825393"/>
            <a:ext cx="2779643" cy="80189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F1084F2-C2F0-2B60-4D13-39D9BFE20F95}"/>
              </a:ext>
            </a:extLst>
          </p:cNvPr>
          <p:cNvSpPr txBox="1"/>
          <p:nvPr/>
        </p:nvSpPr>
        <p:spPr>
          <a:xfrm>
            <a:off x="3544499" y="350868"/>
            <a:ext cx="5103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Helvetica" pitchFamily="2" charset="0"/>
              </a:rPr>
              <a:t>AGRADECIMENTOS</a:t>
            </a:r>
          </a:p>
        </p:txBody>
      </p:sp>
      <p:pic>
        <p:nvPicPr>
          <p:cNvPr id="9" name="Imagem 8" descr="Logotipo, nome da empresa&#10;&#10;Descrição gerada automaticamente">
            <a:extLst>
              <a:ext uri="{FF2B5EF4-FFF2-40B4-BE49-F238E27FC236}">
                <a16:creationId xmlns:a16="http://schemas.microsoft.com/office/drawing/2014/main" id="{58992B6A-601F-43DE-A820-FEDC560B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191" y="2477946"/>
            <a:ext cx="1383138" cy="10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04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22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ARTHUR PEREIRA GONCALVES</dc:creator>
  <cp:lastModifiedBy>lari.trabalhoss@gmail.com</cp:lastModifiedBy>
  <cp:revision>10</cp:revision>
  <dcterms:created xsi:type="dcterms:W3CDTF">2026-03-04T19:11:38Z</dcterms:created>
  <dcterms:modified xsi:type="dcterms:W3CDTF">2026-09-11T13:48:23Z</dcterms:modified>
</cp:coreProperties>
</file>